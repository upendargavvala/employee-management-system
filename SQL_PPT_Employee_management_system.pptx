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60" r:id="rId3"/>
    <p:sldId id="283" r:id="rId4"/>
    <p:sldId id="266" r:id="rId5"/>
    <p:sldId id="282" r:id="rId6"/>
    <p:sldId id="265" r:id="rId7"/>
    <p:sldId id="261" r:id="rId8"/>
    <p:sldId id="279" r:id="rId9"/>
    <p:sldId id="267" r:id="rId10"/>
    <p:sldId id="269" r:id="rId11"/>
    <p:sldId id="285" r:id="rId12"/>
    <p:sldId id="270" r:id="rId13"/>
    <p:sldId id="271" r:id="rId14"/>
    <p:sldId id="272" r:id="rId15"/>
    <p:sldId id="273" r:id="rId16"/>
    <p:sldId id="284" r:id="rId17"/>
    <p:sldId id="278" r:id="rId18"/>
    <p:sldId id="274" r:id="rId19"/>
    <p:sldId id="281" r:id="rId20"/>
    <p:sldId id="280" r:id="rId21"/>
    <p:sldId id="259" r:id="rId22"/>
  </p:sldIdLst>
  <p:sldSz cx="12192000" cy="6858000"/>
  <p:notesSz cx="6858000" cy="9144000"/>
  <p:embeddedFontLs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Libre Baskerville" panose="02000000000000000000" pitchFamily="2" charset="0"/>
      <p:regular r:id="rId28"/>
      <p:bold r:id="rId29"/>
      <p: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0605" autoAdjust="0"/>
  </p:normalViewPr>
  <p:slideViewPr>
    <p:cSldViewPr snapToGrid="0">
      <p:cViewPr varScale="1">
        <p:scale>
          <a:sx n="81" d="100"/>
          <a:sy n="81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upendar-gavvala-2b2114227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24" y="57666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466336" y="3717986"/>
            <a:ext cx="911928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Management System</a:t>
            </a:r>
            <a:endParaRPr sz="36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6B0273-7DC8-DA1D-CE1F-C9866D0B055E}"/>
              </a:ext>
            </a:extLst>
          </p:cNvPr>
          <p:cNvSpPr txBox="1"/>
          <p:nvPr/>
        </p:nvSpPr>
        <p:spPr>
          <a:xfrm>
            <a:off x="7300372" y="5135139"/>
            <a:ext cx="43673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Upendar Gavvala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 : 470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Innomatics Research Labs Dilsukhnagar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85C3-4501-3386-B2D5-3327998D0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941" y="365125"/>
            <a:ext cx="6743494" cy="1325563"/>
          </a:xfrm>
        </p:spPr>
        <p:txBody>
          <a:bodyPr>
            <a:normAutofit/>
          </a:bodyPr>
          <a:lstStyle/>
          <a:p>
            <a:r>
              <a:rPr lang="en-US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ME</a:t>
            </a:r>
            <a:endParaRPr lang="en-IN" sz="4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AAAD7-1685-FC1C-39CC-19068B2BA8D0}"/>
              </a:ext>
            </a:extLst>
          </p:cNvPr>
          <p:cNvSpPr txBox="1"/>
          <p:nvPr/>
        </p:nvSpPr>
        <p:spPr>
          <a:xfrm>
            <a:off x="378941" y="1690688"/>
            <a:ext cx="11532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6A8491-5BC8-93DE-25F3-26F867970459}"/>
              </a:ext>
            </a:extLst>
          </p:cNvPr>
          <p:cNvSpPr txBox="1"/>
          <p:nvPr/>
        </p:nvSpPr>
        <p:spPr>
          <a:xfrm>
            <a:off x="378941" y="1690688"/>
            <a:ext cx="115329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Name is Upendar Gavvala.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completed my graduation in Computer Science &amp; Engineering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me to transform raw data into actionable insights that support strategic decision-making and solve real-world business.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linkedin.com/in/upendar-gavvala-2b2114227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lang="en-US" sz="2400" b="1" u="sng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https://github.com/upendargavvala</a:t>
            </a:r>
          </a:p>
        </p:txBody>
      </p:sp>
    </p:spTree>
    <p:extLst>
      <p:ext uri="{BB962C8B-B14F-4D97-AF65-F5344CB8AC3E}">
        <p14:creationId xmlns:p14="http://schemas.microsoft.com/office/powerpoint/2010/main" val="1858329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A4C89-BB46-F300-14DE-15213789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48773-FF88-692E-A9B7-5C852B272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27" y="365125"/>
            <a:ext cx="6743494" cy="1325563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5331E4-B929-AE20-53CC-C7E7013FECE0}"/>
              </a:ext>
            </a:extLst>
          </p:cNvPr>
          <p:cNvSpPr txBox="1"/>
          <p:nvPr/>
        </p:nvSpPr>
        <p:spPr>
          <a:xfrm>
            <a:off x="378941" y="1690688"/>
            <a:ext cx="11532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72929-3416-4E85-73E8-AF24F7B5B0E1}"/>
              </a:ext>
            </a:extLst>
          </p:cNvPr>
          <p:cNvSpPr txBox="1"/>
          <p:nvPr/>
        </p:nvSpPr>
        <p:spPr>
          <a:xfrm>
            <a:off x="455827" y="1690688"/>
            <a:ext cx="11532973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b="1" u="sng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b="1" u="sng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297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73D76-3BC2-C9AD-11A4-DE07CE57B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735" y="47002"/>
            <a:ext cx="7924800" cy="1325563"/>
          </a:xfrm>
        </p:spPr>
        <p:txBody>
          <a:bodyPr/>
          <a:lstStyle/>
          <a:p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B63459-562B-9CE0-8DFA-9D1884638982}"/>
              </a:ext>
            </a:extLst>
          </p:cNvPr>
          <p:cNvSpPr txBox="1"/>
          <p:nvPr/>
        </p:nvSpPr>
        <p:spPr>
          <a:xfrm>
            <a:off x="469900" y="1690688"/>
            <a:ext cx="10858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17D33D-F69C-3B03-4C85-05DF43248027}"/>
              </a:ext>
            </a:extLst>
          </p:cNvPr>
          <p:cNvSpPr txBox="1"/>
          <p:nvPr/>
        </p:nvSpPr>
        <p:spPr>
          <a:xfrm>
            <a:off x="546100" y="1372565"/>
            <a:ext cx="1117016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Manual/fragmented employee data management → errors &amp; inefficiency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retrieving/updating employee records quickly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 processing errors due to manual calculations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in leave and job role management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system for tracking qualifications, salaries, and departmental roles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inconsistency without relational integrity (PKs, FKs, cascading updates)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Structured Employee Management System (EMS) using SQL to: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&amp; manage employee details securely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accuracy and consistency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insights through queries &amp; reports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 HR operations and decision-making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235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CC521-E271-0C41-0A16-6C4D84545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47E55-B583-FF49-7BC2-4EFF16A25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940" y="93001"/>
            <a:ext cx="9039380" cy="1325563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  <a:endParaRPr lang="en-IN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996978-1F48-4827-DBA8-CA993447FC35}"/>
              </a:ext>
            </a:extLst>
          </p:cNvPr>
          <p:cNvSpPr txBox="1"/>
          <p:nvPr/>
        </p:nvSpPr>
        <p:spPr>
          <a:xfrm>
            <a:off x="378941" y="1690688"/>
            <a:ext cx="11532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141F8E-A0E9-24F9-7AFF-B5EF3281DA18}"/>
              </a:ext>
            </a:extLst>
          </p:cNvPr>
          <p:cNvSpPr txBox="1"/>
          <p:nvPr/>
        </p:nvSpPr>
        <p:spPr>
          <a:xfrm>
            <a:off x="378941" y="1418564"/>
            <a:ext cx="115329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Management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(EMS) is designed to streamline the management of employee data, job roles, and departmental information within an organization. This system allows for efficient tracking of employee details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centralized platform to store, retrieve, and update employee details such as employee information  , job roles, departmental assignments, payroll, qualifications, and leave records.</a:t>
            </a:r>
          </a:p>
        </p:txBody>
      </p:sp>
    </p:spTree>
    <p:extLst>
      <p:ext uri="{BB962C8B-B14F-4D97-AF65-F5344CB8AC3E}">
        <p14:creationId xmlns:p14="http://schemas.microsoft.com/office/powerpoint/2010/main" val="445160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F2C04-578B-FAB2-3808-5C032D3A9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910" y="280528"/>
            <a:ext cx="10120456" cy="791110"/>
          </a:xfrm>
        </p:spPr>
        <p:txBody>
          <a:bodyPr>
            <a:noAutofit/>
          </a:bodyPr>
          <a:lstStyle/>
          <a:p>
            <a:r>
              <a:rPr lang="en-US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 RELATIONSHIP(ER)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E8E197-4C34-7D84-B9E6-74BB2D525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55" y="1258585"/>
            <a:ext cx="8736601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4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50E1-6470-A2C2-C549-C65CDD6F3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110" y="98425"/>
            <a:ext cx="5839146" cy="1083531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DD6BBC-E8BD-4412-C2F6-614F2B23E7A4}"/>
              </a:ext>
            </a:extLst>
          </p:cNvPr>
          <p:cNvSpPr txBox="1"/>
          <p:nvPr/>
        </p:nvSpPr>
        <p:spPr>
          <a:xfrm>
            <a:off x="794820" y="1181956"/>
            <a:ext cx="7993294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six tables in this database as follows: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Job Department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Salary/Bonus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Qualification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Leaves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Payroll</a:t>
            </a:r>
          </a:p>
          <a:p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94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4283B-888A-2EAB-25C9-D70074B89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>
            <a:normAutofit/>
          </a:bodyPr>
          <a:lstStyle/>
          <a:p>
            <a:r>
              <a:rPr lang="en-IN" sz="4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STRUCTURE(KEY COLUMNS)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C09ED9-D207-DB47-7433-BAE616C67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614"/>
            <a:ext cx="3587496" cy="4545411"/>
          </a:xfrm>
        </p:spPr>
        <p:txBody>
          <a:bodyPr>
            <a:normAutofit fontScale="77500" lnSpcReduction="20000"/>
          </a:bodyPr>
          <a:lstStyle/>
          <a:p>
            <a:pPr marL="114300" indent="0" algn="l"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emp_id (Primary Key)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firstname, lastname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gender, age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job_id (Foreign Key)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emp_email</a:t>
            </a:r>
          </a:p>
          <a:p>
            <a:pPr marL="114300" indent="0" algn="l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l"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JobDepartment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job_id (Primary Key)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jobdept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(role)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salaryrange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B77D7-6A65-9472-F109-574A3A5ACC7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101084" y="1478755"/>
            <a:ext cx="4291584" cy="4351338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SalaryBonus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salary_id (Primary Key)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job_id (Foreign Key)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bonus</a:t>
            </a:r>
          </a:p>
          <a:p>
            <a:pPr marL="1143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leave_id (Primary Key)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emp_id (Foreign Key)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date, reason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17F76-4AB2-7EE0-4EAA-06BBF71F2C45}"/>
              </a:ext>
            </a:extLst>
          </p:cNvPr>
          <p:cNvSpPr txBox="1"/>
          <p:nvPr/>
        </p:nvSpPr>
        <p:spPr>
          <a:xfrm>
            <a:off x="8494268" y="1825625"/>
            <a:ext cx="365677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payroll_id (Primary Key)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job_id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total_amount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1118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E4494B-022D-F0AC-DECF-E8BB61823013}"/>
              </a:ext>
            </a:extLst>
          </p:cNvPr>
          <p:cNvSpPr txBox="1"/>
          <p:nvPr/>
        </p:nvSpPr>
        <p:spPr>
          <a:xfrm>
            <a:off x="609600" y="138783"/>
            <a:ext cx="60630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QUERIES</a:t>
            </a:r>
            <a:endParaRPr lang="en-IN" sz="4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666CE-0C09-1094-7B31-73336F1AC433}"/>
              </a:ext>
            </a:extLst>
          </p:cNvPr>
          <p:cNvSpPr txBox="1"/>
          <p:nvPr/>
        </p:nvSpPr>
        <p:spPr>
          <a:xfrm>
            <a:off x="609600" y="914745"/>
            <a:ext cx="3223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EMPLOYEE 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67921-34CA-7317-0D91-DA00A8036D36}"/>
              </a:ext>
            </a:extLst>
          </p:cNvPr>
          <p:cNvSpPr txBox="1"/>
          <p:nvPr/>
        </p:nvSpPr>
        <p:spPr>
          <a:xfrm>
            <a:off x="6096000" y="1284077"/>
            <a:ext cx="55009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1(b) Which departments have the highest number of employees?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C474FD-57AE-762A-DB5C-A6A9207359C5}"/>
              </a:ext>
            </a:extLst>
          </p:cNvPr>
          <p:cNvSpPr txBox="1"/>
          <p:nvPr/>
        </p:nvSpPr>
        <p:spPr>
          <a:xfrm>
            <a:off x="749643" y="1290598"/>
            <a:ext cx="59230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1(a)  What is the average salary per department?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94234D-65C6-9EF8-BE39-41360729B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643" y="1847223"/>
            <a:ext cx="4706007" cy="45631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74BBA7-58C2-53A7-3D2F-D84A11691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43" y="1732922"/>
            <a:ext cx="5193352" cy="32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3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FE7411-A3B9-CC9A-4FBB-04AAD401013D}"/>
              </a:ext>
            </a:extLst>
          </p:cNvPr>
          <p:cNvSpPr txBox="1"/>
          <p:nvPr/>
        </p:nvSpPr>
        <p:spPr>
          <a:xfrm>
            <a:off x="354225" y="571844"/>
            <a:ext cx="5659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1(c) Who are the top 5 highest-paid employees?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20741-B09E-FF42-A5ED-6BEF944273D9}"/>
              </a:ext>
            </a:extLst>
          </p:cNvPr>
          <p:cNvSpPr txBox="1"/>
          <p:nvPr/>
        </p:nvSpPr>
        <p:spPr>
          <a:xfrm>
            <a:off x="6013620" y="910398"/>
            <a:ext cx="5873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1(d)  What is the total salary expenditure across the company?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8BB49E-B066-7E5C-864B-EF93CF2F8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998" y="2169698"/>
            <a:ext cx="6052002" cy="25186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6806ED-014A-5ED6-8230-8CECBBEAF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15" y="1713499"/>
            <a:ext cx="5026574" cy="343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303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C20B1-3AAC-9BDA-06E6-8AD132F46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D7776A4-57E5-471E-E14B-5E45D118EF35}"/>
              </a:ext>
            </a:extLst>
          </p:cNvPr>
          <p:cNvSpPr txBox="1"/>
          <p:nvPr/>
        </p:nvSpPr>
        <p:spPr>
          <a:xfrm>
            <a:off x="354227" y="416123"/>
            <a:ext cx="5913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JOB ROLE AND DEPARTMENT ANALYSIS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E1FBB4-3CC1-6A31-E866-E665B7A351EB}"/>
              </a:ext>
            </a:extLst>
          </p:cNvPr>
          <p:cNvSpPr txBox="1"/>
          <p:nvPr/>
        </p:nvSpPr>
        <p:spPr>
          <a:xfrm>
            <a:off x="532819" y="970379"/>
            <a:ext cx="6573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2(a)How many different job roles exist in each department?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50EF7F-5D9D-126D-0A76-AFA4412FE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64" y="1724580"/>
            <a:ext cx="5075699" cy="12001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F2A742-3781-3423-925E-59D09854B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294" y="3429000"/>
            <a:ext cx="2264025" cy="20824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E2F419-C902-FB49-CD38-78EAB2B2CA1E}"/>
              </a:ext>
            </a:extLst>
          </p:cNvPr>
          <p:cNvSpPr txBox="1"/>
          <p:nvPr/>
        </p:nvSpPr>
        <p:spPr>
          <a:xfrm>
            <a:off x="6268179" y="970379"/>
            <a:ext cx="54108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2(b)What is the average salary range per department?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61E91B-71B9-D76A-8C81-4D5F5DF89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924" y="1463079"/>
            <a:ext cx="4075084" cy="16344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B4FF9D-5DA0-EEFB-F03C-5DC24B69CB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5479" y="3383280"/>
            <a:ext cx="1977141" cy="174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78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85AB90-700C-6D07-73DE-88B5E12DDBF7}"/>
              </a:ext>
            </a:extLst>
          </p:cNvPr>
          <p:cNvSpPr txBox="1"/>
          <p:nvPr/>
        </p:nvSpPr>
        <p:spPr>
          <a:xfrm>
            <a:off x="6129708" y="411274"/>
            <a:ext cx="4744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2(c)Which job roles offer the highest salary?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8E3409-A140-6D19-B560-24A3F22F4FB3}"/>
              </a:ext>
            </a:extLst>
          </p:cNvPr>
          <p:cNvSpPr txBox="1"/>
          <p:nvPr/>
        </p:nvSpPr>
        <p:spPr>
          <a:xfrm>
            <a:off x="404032" y="411274"/>
            <a:ext cx="6774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2(d)Which departments have the highest total salary allocation?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B54876-72F9-F71A-F31E-C27C4B0F0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168" y="1080442"/>
            <a:ext cx="4077282" cy="23684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FBF6ED-57D0-0024-AF1F-9F984ECAE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294" y="3779477"/>
            <a:ext cx="2232806" cy="5065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396217-4C3E-D3E8-A5B1-648425069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02" y="1014976"/>
            <a:ext cx="4828403" cy="360274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BC1CD38-5251-6E0F-682B-5CFD6337B1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5306" y="5001482"/>
            <a:ext cx="2977834" cy="70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14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458EE3-3780-79A1-E930-E2EA4893E278}"/>
              </a:ext>
            </a:extLst>
          </p:cNvPr>
          <p:cNvSpPr txBox="1"/>
          <p:nvPr/>
        </p:nvSpPr>
        <p:spPr>
          <a:xfrm>
            <a:off x="197708" y="37410"/>
            <a:ext cx="58982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QUALIFICATION AND SKILLS ANALYSIS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B3A3C-696C-0DE5-BDB1-ECE5F184F1E8}"/>
              </a:ext>
            </a:extLst>
          </p:cNvPr>
          <p:cNvSpPr txBox="1"/>
          <p:nvPr/>
        </p:nvSpPr>
        <p:spPr>
          <a:xfrm>
            <a:off x="6268994" y="529851"/>
            <a:ext cx="5449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3(b)Which positions require the most qualifications?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E6CCBB-D99A-A5B2-8013-24CDB749A1D8}"/>
              </a:ext>
            </a:extLst>
          </p:cNvPr>
          <p:cNvSpPr txBox="1"/>
          <p:nvPr/>
        </p:nvSpPr>
        <p:spPr>
          <a:xfrm>
            <a:off x="334146" y="529851"/>
            <a:ext cx="6357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3(a)Which employees have the highest number of qualifications?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FC9460-9E08-A665-D2CA-0577ED725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798" y="926285"/>
            <a:ext cx="3581900" cy="27626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6F987CB-8452-33C6-DDC5-66BC404E0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418" y="1709496"/>
            <a:ext cx="2381582" cy="34390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989A1C5-2D11-DED6-0E3F-EE1FD0D9A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303" y="960736"/>
            <a:ext cx="3581899" cy="315729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D6FD906-58DC-6037-AEC3-1B44D12F4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337" y="4210366"/>
            <a:ext cx="2123033" cy="231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10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58354F-A023-CB60-BDFE-F949438F58CA}"/>
              </a:ext>
            </a:extLst>
          </p:cNvPr>
          <p:cNvSpPr txBox="1"/>
          <p:nvPr/>
        </p:nvSpPr>
        <p:spPr>
          <a:xfrm>
            <a:off x="280086" y="116873"/>
            <a:ext cx="5700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LEAVE AND ABSENCE PATTERNS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E7410B-A102-D2E4-13BB-66226F238A33}"/>
              </a:ext>
            </a:extLst>
          </p:cNvPr>
          <p:cNvSpPr txBox="1"/>
          <p:nvPr/>
        </p:nvSpPr>
        <p:spPr>
          <a:xfrm>
            <a:off x="409420" y="607942"/>
            <a:ext cx="5288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4(a)  Which year had the most employees taking leaves?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875CED-63AC-7CC1-9DB8-5B3AE854776B}"/>
              </a:ext>
            </a:extLst>
          </p:cNvPr>
          <p:cNvSpPr txBox="1"/>
          <p:nvPr/>
        </p:nvSpPr>
        <p:spPr>
          <a:xfrm>
            <a:off x="5698112" y="607942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4(b)   What is the average number of leave days taken by its employees     	per department?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A454EA-58B0-8E94-A38F-18923EFF5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22" y="1283675"/>
            <a:ext cx="5001323" cy="30541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F5DD49-44ED-254D-6E59-29388A2B7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686" y="4767384"/>
            <a:ext cx="2424150" cy="5652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FB8A9F-5609-CE75-E36E-B6E3BF8AD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347" y="1283676"/>
            <a:ext cx="5708070" cy="27955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4E1E013-0A38-B967-D32A-CC2F247CAE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9212" y="4170226"/>
            <a:ext cx="3126179" cy="202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232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43BFF2-0FDD-A652-977C-E64C7FC7BB6B}"/>
              </a:ext>
            </a:extLst>
          </p:cNvPr>
          <p:cNvSpPr txBox="1"/>
          <p:nvPr/>
        </p:nvSpPr>
        <p:spPr>
          <a:xfrm>
            <a:off x="6096001" y="257090"/>
            <a:ext cx="609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4(d)  How do leave days correlate with payroll amounts?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D5098-B11C-6239-B63A-489C4D413EF3}"/>
              </a:ext>
            </a:extLst>
          </p:cNvPr>
          <p:cNvSpPr txBox="1"/>
          <p:nvPr/>
        </p:nvSpPr>
        <p:spPr>
          <a:xfrm>
            <a:off x="338039" y="257090"/>
            <a:ext cx="5453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4(c)  Which employees have taken the most leaves?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87FC46-608E-7B05-FF74-AA40E9D2B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4" y="702139"/>
            <a:ext cx="4534533" cy="29912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D67CEA-5EF0-B94B-6A18-F39DEB1F5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981" y="4035818"/>
            <a:ext cx="2219564" cy="23625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FC6F4E6-9E27-84FA-15BB-A3C7D17A5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468" y="702138"/>
            <a:ext cx="3866412" cy="28968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76AFDD7-D366-FC64-CE39-835D572522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349" y="3693406"/>
            <a:ext cx="3448531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068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6966C95-8E64-573C-72CF-509CF18297B6}"/>
              </a:ext>
            </a:extLst>
          </p:cNvPr>
          <p:cNvSpPr txBox="1"/>
          <p:nvPr/>
        </p:nvSpPr>
        <p:spPr>
          <a:xfrm>
            <a:off x="329514" y="144415"/>
            <a:ext cx="576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5.PAYROLL AND COMPENSATION ANALYSIS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D0631E-7028-A07C-C8A7-E0C422881A39}"/>
              </a:ext>
            </a:extLst>
          </p:cNvPr>
          <p:cNvSpPr txBox="1"/>
          <p:nvPr/>
        </p:nvSpPr>
        <p:spPr>
          <a:xfrm>
            <a:off x="6318709" y="544525"/>
            <a:ext cx="5033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5(b)  What is the average bonus given per department?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5FA96-9D42-0430-1CC8-763C0F115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065" y="944635"/>
            <a:ext cx="3919180" cy="19805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994DCB-3AD0-1DD3-9488-279E3F67A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603" y="2986739"/>
            <a:ext cx="2201529" cy="18103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B58E892-6DDD-01FC-EEDB-49863C0BBE58}"/>
              </a:ext>
            </a:extLst>
          </p:cNvPr>
          <p:cNvSpPr txBox="1"/>
          <p:nvPr/>
        </p:nvSpPr>
        <p:spPr>
          <a:xfrm>
            <a:off x="449107" y="544525"/>
            <a:ext cx="5758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5(a) Which department receives the highest total bonuses?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0B87F9B-41DE-8F16-6B74-E41815BAB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60" y="1090493"/>
            <a:ext cx="4702810" cy="34112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9491498-DA22-995C-B149-66C662A91B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4494" y="4709170"/>
            <a:ext cx="1978142" cy="55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51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4A1EF-462A-B571-7344-4B5037A00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578" y="365126"/>
            <a:ext cx="11049000" cy="72227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lang="en-IN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04763-E81D-E6F5-8BDF-68D4EC224FB5}"/>
              </a:ext>
            </a:extLst>
          </p:cNvPr>
          <p:cNvSpPr txBox="1"/>
          <p:nvPr/>
        </p:nvSpPr>
        <p:spPr>
          <a:xfrm>
            <a:off x="920578" y="1087396"/>
            <a:ext cx="1096662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departments have significantly higher employee counts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distribution varies across departments.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with more leaves show lower payroll trend.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roles require higher qualifications than others.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Payroll and bonus allocation varies by department.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381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36BC3-B781-1DB2-40CE-1A87C8A2D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886" y="365126"/>
            <a:ext cx="11073714" cy="72227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IN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CD961-3375-E371-02CC-7DDC24882E0D}"/>
              </a:ext>
            </a:extLst>
          </p:cNvPr>
          <p:cNvSpPr txBox="1"/>
          <p:nvPr/>
        </p:nvSpPr>
        <p:spPr>
          <a:xfrm>
            <a:off x="838886" y="1087396"/>
            <a:ext cx="110737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relationship between tables with proper use of foreign keys so that we can perform operations.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proper Sql joins for generating reports across employees, roles, leaves, and payroll.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any duplicates in the data.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Optimized SQL queries.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endParaRPr lang="en-US" sz="2800" dirty="0">
              <a:latin typeface="Consolas" panose="020B0609020204030204" pitchFamily="49" charset="0"/>
            </a:endParaRPr>
          </a:p>
          <a:p>
            <a:endParaRPr lang="en-IN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994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7D587-16AF-1ED1-9532-530CD67CA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44DC4-3BC4-F1C0-8C30-98D71231B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073714" cy="72227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IN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4F492-804B-AE3B-E2D8-BCB13C67DE4B}"/>
              </a:ext>
            </a:extLst>
          </p:cNvPr>
          <p:cNvSpPr txBox="1"/>
          <p:nvPr/>
        </p:nvSpPr>
        <p:spPr>
          <a:xfrm>
            <a:off x="838200" y="1087396"/>
            <a:ext cx="1107371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Power BI for dashboards.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of payroll calculations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updates.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performance tracking system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Consolas" panose="020B0609020204030204" pitchFamily="49" charset="0"/>
            </a:endParaRPr>
          </a:p>
          <a:p>
            <a:endParaRPr lang="en-IN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327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D383B-CDD0-CF65-EB3F-E558AD548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80538-864F-2F29-1F30-0D9060A2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073714" cy="72227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83D452-54C8-3930-92A7-38DBA8DA0F58}"/>
              </a:ext>
            </a:extLst>
          </p:cNvPr>
          <p:cNvSpPr txBox="1"/>
          <p:nvPr/>
        </p:nvSpPr>
        <p:spPr>
          <a:xfrm>
            <a:off x="838200" y="1087396"/>
            <a:ext cx="1107371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Employee Management System improves data organization, ensures accuracy, and enables meaningful insights through SQL-based analysis.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accuracy and consistency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insights through queries &amp; reports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organizations streamline HR operations and make data-driven decisions.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endParaRPr lang="en-US" sz="2800" dirty="0">
              <a:latin typeface="Consolas" panose="020B0609020204030204" pitchFamily="49" charset="0"/>
            </a:endParaRPr>
          </a:p>
          <a:p>
            <a:endParaRPr lang="en-IN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170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SQL ppt</Template>
  <TotalTime>522</TotalTime>
  <Words>782</Words>
  <Application>Microsoft Office PowerPoint</Application>
  <PresentationFormat>Widescreen</PresentationFormat>
  <Paragraphs>143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Consolas</vt:lpstr>
      <vt:lpstr>Libre Baskerville</vt:lpstr>
      <vt:lpstr>Wingdings</vt:lpstr>
      <vt:lpstr>Times New Roman</vt:lpstr>
      <vt:lpstr>Calibri</vt:lpstr>
      <vt:lpstr>Office Theme</vt:lpstr>
      <vt:lpstr>PowerPoint Presentation</vt:lpstr>
      <vt:lpstr>ABOUT ME</vt:lpstr>
      <vt:lpstr>AGENDA</vt:lpstr>
      <vt:lpstr>PROBLEM STATEMENT</vt:lpstr>
      <vt:lpstr>OBJECTIVE OF THE PROJECT</vt:lpstr>
      <vt:lpstr>ENTITY RELATIONSHIP(ER) DIAGRAM</vt:lpstr>
      <vt:lpstr>DATABASE TABLES</vt:lpstr>
      <vt:lpstr>TABLE STRUCTURE(KEY COLUMNS)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INSIGHTS</vt:lpstr>
      <vt:lpstr>CHALLENGES</vt:lpstr>
      <vt:lpstr>FUTURE ENHANCEMENTS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Upendar Gavvala</dc:creator>
  <cp:lastModifiedBy>Upendar Gavvala</cp:lastModifiedBy>
  <cp:revision>31</cp:revision>
  <dcterms:created xsi:type="dcterms:W3CDTF">2026-04-03T02:42:17Z</dcterms:created>
  <dcterms:modified xsi:type="dcterms:W3CDTF">2026-04-25T07:44:33Z</dcterms:modified>
</cp:coreProperties>
</file>